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Amr Mahmoud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/ 183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EGP vs 16K EGP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237K EGP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Amr Mahmoud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ns3:modId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ns5:creationId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5:creationId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1325880">
                  <a:extLst>
                    <a:ext uri="{9D8B030D-6E8A-4147-A177-3AD203B41FA5}">
                      <ns4:colId val="20001"/>
                    </a:ext>
                  </a:extLst>
                </a:gridCol>
                <a:gridCol w="1325880">
                  <a:extLst>
                    <a:ext uri="{9D8B030D-6E8A-4147-A177-3AD203B41FA5}">
                      <ns4:colId val="20002"/>
                    </a:ext>
                  </a:extLst>
                </a:gridCol>
                <a:gridCol w="1417320">
                  <a:extLst>
                    <a:ext uri="{9D8B030D-6E8A-4147-A177-3AD203B41FA5}">
                      <ns4:colId val="20003"/>
                    </a:ext>
                  </a:extLst>
                </a:gridCol>
                <a:gridCol w="1371600">
                  <a:extLst>
                    <a:ext uri="{9D8B030D-6E8A-4147-A177-3AD203B41FA5}">
                      <ns4:colId val="20004"/>
                    </a:ext>
                  </a:extLst>
                </a:gridCol>
                <a:gridCol w="141732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ns4:creationId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4:creationId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ns3:modId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ns5:colId val="20000"/>
                    </a:ext>
                  </a:extLst>
                </a:gridCol>
                <a:gridCol w="749808">
                  <a:extLst>
                    <a:ext uri="{9D8B030D-6E8A-4147-A177-3AD203B41FA5}">
                      <ns5:colId val="20001"/>
                    </a:ext>
                  </a:extLst>
                </a:gridCol>
                <a:gridCol w="749808">
                  <a:extLst>
                    <a:ext uri="{9D8B030D-6E8A-4147-A177-3AD203B41FA5}">
                      <ns5:colId val="20002"/>
                    </a:ext>
                  </a:extLst>
                </a:gridCol>
                <a:gridCol w="749808">
                  <a:extLst>
                    <a:ext uri="{9D8B030D-6E8A-4147-A177-3AD203B41FA5}">
                      <ns5:colId val="20003"/>
                    </a:ext>
                  </a:extLst>
                </a:gridCol>
                <a:gridCol w="768096">
                  <a:extLst>
                    <a:ext uri="{9D8B030D-6E8A-4147-A177-3AD203B41FA5}">
                      <ns5:colId val="20004"/>
                    </a:ext>
                  </a:extLst>
                </a:gridCol>
                <a:gridCol w="822960">
                  <a:extLst>
                    <a:ext uri="{9D8B030D-6E8A-4147-A177-3AD203B41FA5}">
                      <ns5:colId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ns5:creationId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ns5:creationId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ns3:modId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ns5:creationId id="{412D1578-C4DE-A8B9-E989-E7816D384FCA}"/>
              </a:ext>
            </a:extLst>
          </p:cNvPr>
          <p:cNvGraphicFramePr/>
          <p:nvPr>
            <p:extLst>
              <p:ext uri="{D42A27DB-BD31-4B8C-83A1-F6EECF244321}">
                <ns3:modId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4:colId val="20000"/>
                    </a:ext>
                  </a:extLst>
                </a:gridCol>
                <a:gridCol w="1600200">
                  <a:extLst>
                    <a:ext uri="{9D8B030D-6E8A-4147-A177-3AD203B41FA5}">
                      <ns4:colId val="20001"/>
                    </a:ext>
                  </a:extLst>
                </a:gridCol>
                <a:gridCol w="1188720">
                  <a:extLst>
                    <a:ext uri="{9D8B030D-6E8A-4147-A177-3AD203B41FA5}">
                      <ns4:colId val="20002"/>
                    </a:ext>
                  </a:extLst>
                </a:gridCol>
                <a:gridCol w="1463040">
                  <a:extLst>
                    <a:ext uri="{9D8B030D-6E8A-4147-A177-3AD203B41FA5}">
                      <ns4:colId val="20003"/>
                    </a:ext>
                  </a:extLst>
                </a:gridCol>
                <a:gridCol w="1463040">
                  <a:extLst>
                    <a:ext uri="{9D8B030D-6E8A-4147-A177-3AD203B41FA5}">
                      <ns4:colId val="20004"/>
                    </a:ext>
                  </a:extLst>
                </a:gridCol>
                <a:gridCol w="1280160">
                  <a:extLst>
                    <a:ext uri="{9D8B030D-6E8A-4147-A177-3AD203B41FA5}">
                      <ns4:colId val="20005"/>
                    </a:ext>
                  </a:extLst>
                </a:gridCol>
                <a:gridCol w="1417320">
                  <a:extLst>
                    <a:ext uri="{9D8B030D-6E8A-4147-A177-3AD203B41FA5}">
                      <ns4:colId val="20006"/>
                    </a:ext>
                  </a:extLst>
                </a:gridCol>
                <a:gridCol w="1170432">
                  <a:extLst>
                    <a:ext uri="{9D8B030D-6E8A-4147-A177-3AD203B41FA5}">
                      <ns4:colId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4:creationId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4:creationId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ns3:modId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ns5:colId val="20000"/>
                    </a:ext>
                  </a:extLst>
                </a:gridCol>
                <a:gridCol w="1234440">
                  <a:extLst>
                    <a:ext uri="{9D8B030D-6E8A-4147-A177-3AD203B41FA5}">
                      <ns5:colId val="20001"/>
                    </a:ext>
                  </a:extLst>
                </a:gridCol>
                <a:gridCol w="1234440">
                  <a:extLst>
                    <a:ext uri="{9D8B030D-6E8A-4147-A177-3AD203B41FA5}">
                      <ns5:colId val="20002"/>
                    </a:ext>
                  </a:extLst>
                </a:gridCol>
                <a:gridCol w="1005840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ns5:creationId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ns5:creationId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5:colId val="20000"/>
                    </a:ext>
                  </a:extLst>
                </a:gridCol>
                <a:gridCol w="960120">
                  <a:extLst>
                    <a:ext uri="{9D8B030D-6E8A-4147-A177-3AD203B41FA5}">
                      <ns5:colId val="20001"/>
                    </a:ext>
                  </a:extLst>
                </a:gridCol>
                <a:gridCol w="1051560">
                  <a:extLst>
                    <a:ext uri="{9D8B030D-6E8A-4147-A177-3AD203B41FA5}">
                      <ns5:colId val="20002"/>
                    </a:ext>
                  </a:extLst>
                </a:gridCol>
                <a:gridCol w="1353312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5:creationId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5:creationId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3.0M EGP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-2.7M EGP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ns5:colId val="20000"/>
                    </a:ext>
                  </a:extLst>
                </a:gridCol>
                <a:gridCol w="1005840">
                  <a:extLst>
                    <a:ext uri="{9D8B030D-6E8A-4147-A177-3AD203B41FA5}">
                      <ns5:colId val="20001"/>
                    </a:ext>
                  </a:extLst>
                </a:gridCol>
                <a:gridCol w="1005840">
                  <a:extLst>
                    <a:ext uri="{9D8B030D-6E8A-4147-A177-3AD203B41FA5}">
                      <ns5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ns5:creationId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3:modId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ns4:colId val="20000"/>
                    </a:ext>
                  </a:extLst>
                </a:gridCol>
                <a:gridCol w="868680">
                  <a:extLst>
                    <a:ext uri="{9D8B030D-6E8A-4147-A177-3AD203B41FA5}">
                      <ns4:colId val="20001"/>
                    </a:ext>
                  </a:extLst>
                </a:gridCol>
                <a:gridCol w="868680">
                  <a:extLst>
                    <a:ext uri="{9D8B030D-6E8A-4147-A177-3AD203B41FA5}">
                      <ns4:colId val="20002"/>
                    </a:ext>
                  </a:extLst>
                </a:gridCol>
                <a:gridCol w="868680">
                  <a:extLst>
                    <a:ext uri="{9D8B030D-6E8A-4147-A177-3AD203B41FA5}">
                      <ns4:colId val="20003"/>
                    </a:ext>
                  </a:extLst>
                </a:gridCol>
                <a:gridCol w="868680">
                  <a:extLst>
                    <a:ext uri="{9D8B030D-6E8A-4147-A177-3AD203B41FA5}">
                      <ns4:colId val="20004"/>
                    </a:ext>
                  </a:extLst>
                </a:gridCol>
                <a:gridCol w="82296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ns4:creationId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ns4:creationId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932688">
                  <a:extLst>
                    <a:ext uri="{9D8B030D-6E8A-4147-A177-3AD203B41FA5}">
                      <ns4:colId val="20001"/>
                    </a:ext>
                  </a:extLst>
                </a:gridCol>
                <a:gridCol w="932688">
                  <a:extLst>
                    <a:ext uri="{9D8B030D-6E8A-4147-A177-3AD203B41FA5}">
                      <ns4:colId val="20002"/>
                    </a:ext>
                  </a:extLst>
                </a:gridCol>
                <a:gridCol w="859536">
                  <a:extLst>
                    <a:ext uri="{9D8B030D-6E8A-4147-A177-3AD203B41FA5}">
                      <ns4:colId val="20003"/>
                    </a:ext>
                  </a:extLst>
                </a:gridCol>
                <a:gridCol w="1060704">
                  <a:extLst>
                    <a:ext uri="{9D8B030D-6E8A-4147-A177-3AD203B41FA5}">
                      <ns4:colId val="20004"/>
                    </a:ext>
                  </a:extLst>
                </a:gridCol>
                <a:gridCol w="1060704">
                  <a:extLst>
                    <a:ext uri="{9D8B030D-6E8A-4147-A177-3AD203B41FA5}">
                      <ns4:colId val="20005"/>
                    </a:ext>
                  </a:extLst>
                </a:gridCol>
                <a:gridCol w="822960">
                  <a:extLst>
                    <a:ext uri="{9D8B030D-6E8A-4147-A177-3AD203B41FA5}">
                      <ns4:colId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40 MG 20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 20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-615K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20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 10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BUTAZORELLA 150 MG 14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 30 GM CREAM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40/1680 MG 14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4:creationId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4:creationId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ns5:colId val="20000"/>
                    </a:ext>
                  </a:extLst>
                </a:gridCol>
                <a:gridCol w="822960">
                  <a:extLst>
                    <a:ext uri="{9D8B030D-6E8A-4147-A177-3AD203B41FA5}">
                      <ns5:colId val="20001"/>
                    </a:ext>
                  </a:extLst>
                </a:gridCol>
                <a:gridCol w="822960">
                  <a:extLst>
                    <a:ext uri="{9D8B030D-6E8A-4147-A177-3AD203B41FA5}">
                      <ns5:colId val="20002"/>
                    </a:ext>
                  </a:extLst>
                </a:gridCol>
                <a:gridCol w="877824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PLUS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BUTAZORELLA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MEDIHYALO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5:creationId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5:creationId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ns3:colId val="20000"/>
                    </a:ext>
                  </a:extLst>
                </a:gridCol>
                <a:gridCol w="1005840">
                  <a:extLst>
                    <a:ext uri="{9D8B030D-6E8A-4147-A177-3AD203B41FA5}">
                      <ns3:colId val="20001"/>
                    </a:ext>
                  </a:extLst>
                </a:gridCol>
                <a:gridCol w="1051560">
                  <a:extLst>
                    <a:ext uri="{9D8B030D-6E8A-4147-A177-3AD203B41FA5}">
                      <ns3:colId val="20002"/>
                    </a:ext>
                  </a:extLst>
                </a:gridCol>
                <a:gridCol w="960120">
                  <a:extLst>
                    <a:ext uri="{9D8B030D-6E8A-4147-A177-3AD203B41FA5}">
                      <ns3:colId val="20003"/>
                    </a:ext>
                  </a:extLst>
                </a:gridCol>
                <a:gridCol w="1417320">
                  <a:extLst>
                    <a:ext uri="{9D8B030D-6E8A-4147-A177-3AD203B41FA5}">
                      <ns3:colId val="20004"/>
                    </a:ext>
                  </a:extLst>
                </a:gridCol>
                <a:gridCol w="3685032">
                  <a:extLst>
                    <a:ext uri="{9D8B030D-6E8A-4147-A177-3AD203B41FA5}">
                      <ns3:colId val="20005"/>
                    </a:ext>
                  </a:extLst>
                </a:gridCol>
                <a:gridCol w="1170432">
                  <a:extLst>
                    <a:ext uri="{9D8B030D-6E8A-4147-A177-3AD203B41FA5}">
                      <ns3:colId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 EGP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220K EGP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3:colId val="20000"/>
                    </a:ext>
                  </a:extLst>
                </a:gridCol>
                <a:gridCol w="960120">
                  <a:extLst>
                    <a:ext uri="{9D8B030D-6E8A-4147-A177-3AD203B41FA5}">
                      <ns3:colId val="20001"/>
                    </a:ext>
                  </a:extLst>
                </a:gridCol>
                <a:gridCol w="960120">
                  <a:extLst>
                    <a:ext uri="{9D8B030D-6E8A-4147-A177-3AD203B41FA5}">
                      <ns3:colId val="20002"/>
                    </a:ext>
                  </a:extLst>
                </a:gridCol>
                <a:gridCol w="868680">
                  <a:extLst>
                    <a:ext uri="{9D8B030D-6E8A-4147-A177-3AD203B41FA5}">
                      <ns3:colId val="20003"/>
                    </a:ext>
                  </a:extLst>
                </a:gridCol>
                <a:gridCol w="868680">
                  <a:extLst>
                    <a:ext uri="{9D8B030D-6E8A-4147-A177-3AD203B41FA5}">
                      <ns3:colId val="20004"/>
                    </a:ext>
                  </a:extLst>
                </a:gridCol>
                <a:gridCol w="73152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ns3:colId val="20000"/>
                    </a:ext>
                  </a:extLst>
                </a:gridCol>
                <a:gridCol w="2834640">
                  <a:extLst>
                    <a:ext uri="{9D8B030D-6E8A-4147-A177-3AD203B41FA5}">
                      <ns3:colId val="20001"/>
                    </a:ext>
                  </a:extLst>
                </a:gridCol>
                <a:gridCol w="2834640">
                  <a:extLst>
                    <a:ext uri="{9D8B030D-6E8A-4147-A177-3AD203B41FA5}">
                      <ns3:colId val="20002"/>
                    </a:ext>
                  </a:extLst>
                </a:gridCol>
                <a:gridCol w="2798064">
                  <a:extLst>
                    <a:ext uri="{9D8B030D-6E8A-4147-A177-3AD203B41FA5}">
                      <ns3:colId val="20003"/>
                    </a:ext>
                  </a:extLst>
                </a:gridCol>
                <a:gridCol w="1280160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ns3:colId val="20000"/>
                    </a:ext>
                  </a:extLst>
                </a:gridCol>
                <a:gridCol w="1828800">
                  <a:extLst>
                    <a:ext uri="{9D8B030D-6E8A-4147-A177-3AD203B41FA5}">
                      <ns3:colId val="20001"/>
                    </a:ext>
                  </a:extLst>
                </a:gridCol>
                <a:gridCol w="1645920">
                  <a:extLst>
                    <a:ext uri="{9D8B030D-6E8A-4147-A177-3AD203B41FA5}">
                      <ns3:colId val="20002"/>
                    </a:ext>
                  </a:extLst>
                </a:gridCol>
                <a:gridCol w="2057400">
                  <a:extLst>
                    <a:ext uri="{9D8B030D-6E8A-4147-A177-3AD203B41FA5}">
                      <ns3:colId val="20003"/>
                    </a:ext>
                  </a:extLst>
                </a:gridCol>
                <a:gridCol w="914400">
                  <a:extLst>
                    <a:ext uri="{9D8B030D-6E8A-4147-A177-3AD203B41FA5}">
                      <ns3:colId val="20004"/>
                    </a:ext>
                  </a:extLst>
                </a:gridCol>
                <a:gridCol w="960120">
                  <a:extLst>
                    <a:ext uri="{9D8B030D-6E8A-4147-A177-3AD203B41FA5}">
                      <ns3:colId val="20005"/>
                    </a:ext>
                  </a:extLst>
                </a:gridCol>
                <a:gridCol w="1764792">
                  <a:extLst>
                    <a:ext uri="{9D8B030D-6E8A-4147-A177-3AD203B41FA5}">
                      <ns3:colId val="20006"/>
                    </a:ext>
                  </a:extLst>
                </a:gridCol>
                <a:gridCol w="1005840">
                  <a:extLst>
                    <a:ext uri="{9D8B030D-6E8A-4147-A177-3AD203B41FA5}">
                      <ns3:colId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GIT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